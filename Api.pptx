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58E962-F397-4638-BEFF-1381EE15B0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Api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A319984-07B9-453D-A706-A77CEA3D7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056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8D190D-0FEA-4FA0-A3D7-85302180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819C21C-6BB1-40D1-AF7D-CA7C4EA01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A365060-4755-4A2F-8980-8AC4971F9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113837"/>
            <a:ext cx="11326806" cy="6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7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5141B8-87EE-4FB8-9850-2F5B7E4A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4501C0D-96C2-4E17-A026-B1EEE0CDC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automatizálás az emberi beavatkozást csökkentő </a:t>
            </a:r>
            <a:r>
              <a:rPr lang="hu-HU" dirty="0" err="1"/>
              <a:t>önvezérelt</a:t>
            </a:r>
            <a:r>
              <a:rPr lang="hu-HU" dirty="0"/>
              <a:t> folyamat, amely növeli a hatékonyságot, csökkenti a hibákat, és biztonságosabbá, gyorsabbá teszi a munkavégzést.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68653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42901E-BDC5-42B3-8E23-5D89E0C64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3F6B9E-BCA8-4072-9329-1722A06D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intelligens (okos) eszközök külső információk alapján képesek viselkedésüket megváltoztatni, mert hálózatautomatizálási eszközökkel úgy programozzák őket, hogy a környezetből tanulva irányítsák működésüket</a:t>
            </a:r>
          </a:p>
        </p:txBody>
      </p:sp>
    </p:spTree>
    <p:extLst>
      <p:ext uri="{BB962C8B-B14F-4D97-AF65-F5344CB8AC3E}">
        <p14:creationId xmlns:p14="http://schemas.microsoft.com/office/powerpoint/2010/main" val="4213736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FAC198-D378-4AAA-A9CC-886AD2FA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D99DB4-FFA0-41E2-A4B1-DC21AA4E6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adatformatum</a:t>
            </a:r>
            <a:r>
              <a:rPr lang="hu-HU" dirty="0"/>
              <a:t> az adatok strukturált tárolásának és megosztásának módja, amely biztosítja, hogy az információk a címzett (ember vagy számítógép) számára könnyen érthetők legyenek, például a weben használt HTML esetében.</a:t>
            </a:r>
          </a:p>
        </p:txBody>
      </p:sp>
    </p:spTree>
    <p:extLst>
      <p:ext uri="{BB962C8B-B14F-4D97-AF65-F5344CB8AC3E}">
        <p14:creationId xmlns:p14="http://schemas.microsoft.com/office/powerpoint/2010/main" val="378895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4B6E6F-1F1C-489E-ABF0-F8AC18C6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FC3973-00B7-4154-9025-B46E836F9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45521"/>
            <a:ext cx="8596668" cy="3880773"/>
          </a:xfrm>
        </p:spPr>
        <p:txBody>
          <a:bodyPr/>
          <a:lstStyle/>
          <a:p>
            <a:r>
              <a:rPr lang="hu-HU" dirty="0"/>
              <a:t>Az </a:t>
            </a:r>
            <a:r>
              <a:rPr lang="hu-HU" dirty="0" err="1"/>
              <a:t>adatformatumoknak</a:t>
            </a:r>
            <a:r>
              <a:rPr lang="hu-HU" dirty="0"/>
              <a:t> meghatározott szabályai vannak (szintaxis, objektumok és kulcs–érték párok), amelyek biztosítják, hogy az adatok egységesen, gépek által is értelmezhető módon legyenek tárolva és továbbítva, például JSON formátumban egy API válaszában.</a:t>
            </a:r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1302D57-79EE-458A-8C99-F8D4364DB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09815"/>
            <a:ext cx="10336067" cy="103837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3405526-8E75-418F-B9DE-F45266023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948185"/>
            <a:ext cx="1106959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6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AA7FD1-5BED-4394-AF12-B98B06526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8F5777-938A-4226-9AAE-05EE11280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E88037C-0F28-4F95-AC22-CB0E79FE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43"/>
            <a:ext cx="7743214" cy="2650269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AE98CE3-DB4A-42B3-B34A-A3C573BC2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341" y="2735912"/>
            <a:ext cx="6672194" cy="412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48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5C8491-E670-46F4-8EF0-0CB38CF6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1A6782-D676-46FF-808A-8E34C2E2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D769BAD-447E-4C6D-81B1-020C7E4C7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55332" cy="242921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C7784C59-6FDF-40B7-B336-C05782DFF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3332"/>
            <a:ext cx="10147260" cy="479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98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3FA046-23DB-4DA1-BF06-D341F1CB9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C299C04-FD1B-47C2-8D71-B028BC1D0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169ECD4-78ED-4F32-BFAE-6B12C3DC4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699706"/>
            <a:ext cx="1168880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0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CAAEA2-A57F-45C0-97D1-7B08A093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3B7348-401B-4CC6-BA15-3DD7A16E1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55" y="676712"/>
            <a:ext cx="8596668" cy="3880773"/>
          </a:xfrm>
        </p:spPr>
        <p:txBody>
          <a:bodyPr/>
          <a:lstStyle/>
          <a:p>
            <a:r>
              <a:rPr lang="hu-HU" dirty="0"/>
              <a:t>A YAML egy ember által könnyen olvasható </a:t>
            </a:r>
            <a:r>
              <a:rPr lang="hu-HU" dirty="0" err="1"/>
              <a:t>adatformatum</a:t>
            </a:r>
            <a:r>
              <a:rPr lang="hu-HU" dirty="0"/>
              <a:t>, amely a JSON-</a:t>
            </a:r>
            <a:r>
              <a:rPr lang="hu-HU" dirty="0" err="1"/>
              <a:t>hez</a:t>
            </a:r>
            <a:r>
              <a:rPr lang="hu-HU" dirty="0"/>
              <a:t> hasonló, de egyszerűbb, behúzáson alapuló szerkezettel teszi lehetővé az adatok tárolását, átvitelét és feldolgozását.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06ABF55-CB13-495E-B0DB-F59C7209C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30" y="2265027"/>
            <a:ext cx="10612331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9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69AA15-9B20-4821-85F5-8780C1E5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112B43-A38C-4F34-A5DA-2D38C98FD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8693DDD-C43C-40A5-A635-E3213BE50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41" y="304364"/>
            <a:ext cx="10193173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39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96140A-E854-4A36-98CE-AC66E436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704F25-975F-4D12-887A-2546D892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8DF740F-115F-455F-885F-A909676BE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70000"/>
            <a:ext cx="10050278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AE2DC8-48EF-4B4B-AD78-74A22B9E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5C149C-30BF-442E-AB86-402D4702F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C845103-6972-4489-9421-7C97EE7E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885470"/>
            <a:ext cx="10021699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03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D9C9D4-FC18-4BA0-9093-7BE7944E9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1090D2-1694-4BB6-B061-4CE201F2C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B0967D8-DF5D-4056-9A93-51CE00B22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24" y="547285"/>
            <a:ext cx="10402752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46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5CFD41-7DCF-449A-99A3-0F684E06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B1DAD5-83EC-4B2D-B728-01BB4169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62985BA-F939-4FA3-B454-4B38B9F6D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609206"/>
            <a:ext cx="11336332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45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81BE1E3-8F0E-4BDB-9611-2BDE5C87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E0A4D1-CBCA-40A7-ABC7-A90B0BFCD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6828"/>
            <a:ext cx="8596668" cy="3880773"/>
          </a:xfrm>
        </p:spPr>
        <p:txBody>
          <a:bodyPr/>
          <a:lstStyle/>
          <a:p>
            <a:r>
              <a:rPr lang="hu-HU" dirty="0"/>
              <a:t>A webböngészők HTTP/HTTPS protokollon GET kéréssel kommunikálnak a webszerverekkel, míg a REST egy olyan HTTP-alapú </a:t>
            </a:r>
            <a:r>
              <a:rPr lang="hu-HU" dirty="0" err="1"/>
              <a:t>architekturstílus</a:t>
            </a:r>
            <a:r>
              <a:rPr lang="hu-HU" dirty="0"/>
              <a:t>, amely kliens–szerver felépítéssel, állapotmentes működéssel és </a:t>
            </a:r>
            <a:r>
              <a:rPr lang="hu-HU" dirty="0" err="1"/>
              <a:t>gyorsítótárazható</a:t>
            </a:r>
            <a:r>
              <a:rPr lang="hu-HU" dirty="0"/>
              <a:t> válaszokkal szabályozza az API-k működését.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C4369F9-2354-44BA-9DD4-FEDC5A1D5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1" y="2437783"/>
            <a:ext cx="10059804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233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114D13-621A-475C-ADE3-97EA636D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04BE51-FEEA-4CD8-9B5C-866856DFD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RESTful</a:t>
            </a:r>
            <a:r>
              <a:rPr lang="hu-HU" dirty="0"/>
              <a:t> webszolgáltatás HTTP-re épül, egységes URI-</a:t>
            </a:r>
            <a:r>
              <a:rPr lang="hu-HU" dirty="0" err="1"/>
              <a:t>val</a:t>
            </a:r>
            <a:r>
              <a:rPr lang="hu-HU" dirty="0"/>
              <a:t> azonosított erőforrásokat, szabványos </a:t>
            </a:r>
            <a:r>
              <a:rPr lang="hu-HU" dirty="0" err="1"/>
              <a:t>adatformatumokat</a:t>
            </a:r>
            <a:r>
              <a:rPr lang="hu-HU" dirty="0"/>
              <a:t> (pl. JSON, XML), HTTP-metódusokat és hipertext-vezérelt működést használ a CRUD műveletek megvalósítására.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965F3BD-F9CB-4A62-87E9-5E3A5DEDA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12" y="3488955"/>
            <a:ext cx="1004075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28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82DA50-1539-44BA-98C7-045EEF1C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F30636-7172-4FEF-BE98-1E4BEC475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E4A42C4-7E7E-459A-A829-6F35FECD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785443"/>
            <a:ext cx="10698068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8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115373-B91D-46D9-843D-72D4775F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48DBB1-4BC7-4F7D-8DD8-0311D8765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35796"/>
            <a:ext cx="8596668" cy="3880773"/>
          </a:xfrm>
        </p:spPr>
        <p:txBody>
          <a:bodyPr/>
          <a:lstStyle/>
          <a:p>
            <a:r>
              <a:rPr lang="hu-HU" dirty="0"/>
              <a:t>Egy </a:t>
            </a:r>
            <a:r>
              <a:rPr lang="hu-HU" dirty="0" err="1"/>
              <a:t>RESTful</a:t>
            </a:r>
            <a:r>
              <a:rPr lang="hu-HU" dirty="0"/>
              <a:t> webszolgáltatásban az erőforrás URI-</a:t>
            </a:r>
            <a:r>
              <a:rPr lang="hu-HU" dirty="0" err="1"/>
              <a:t>jára</a:t>
            </a:r>
            <a:r>
              <a:rPr lang="hu-HU" dirty="0"/>
              <a:t> küldött kérés választ eredményez, amely jellemzően JSON formátumú adat, de lehet HTML, XML vagy más formátum is.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000E9C1-74EF-4A9C-AD86-132596023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355313"/>
            <a:ext cx="1054564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03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EE6713-E95D-4FB9-B375-FC9CE90F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212141-A9FB-460A-9F05-2B4CBE4D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AD47A8BD-0B67-4A12-9ADD-4598C2C33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79" y="0"/>
            <a:ext cx="8384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8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4BAF62-76D3-42E1-831D-F45B5277B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46EB6E-0DE8-48D6-ACD2-70D9FB602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hagyományos hálózatkonfigurálás során a rendszergazdák kézzel, CLI-n keresztül állítják be az eszközöket, ami időigényes és hibára hajlamos, míg az SNMP főként hálózati felügyeletre és monitorozásra használható, de konfigurációs automatizálásra nem alkalmas.</a:t>
            </a:r>
          </a:p>
        </p:txBody>
      </p:sp>
    </p:spTree>
    <p:extLst>
      <p:ext uri="{BB962C8B-B14F-4D97-AF65-F5344CB8AC3E}">
        <p14:creationId xmlns:p14="http://schemas.microsoft.com/office/powerpoint/2010/main" val="567925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3CBD08D-A531-4491-B2F4-721676AB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A97FC7-D34F-4068-9DB4-041676C19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hálózatautomatizálás lehetővé teszi, hogy a rendszergazdák több száz vagy ezer fizikai és virtuális eszközt szoftverekkel, protokollokkal (pl. REST) és eszközökkel (pl. </a:t>
            </a:r>
            <a:r>
              <a:rPr lang="hu-HU" dirty="0" err="1"/>
              <a:t>Ansible</a:t>
            </a:r>
            <a:r>
              <a:rPr lang="hu-HU" dirty="0"/>
              <a:t>, </a:t>
            </a:r>
            <a:r>
              <a:rPr lang="hu-HU" dirty="0" err="1"/>
              <a:t>Puppet</a:t>
            </a:r>
            <a:r>
              <a:rPr lang="hu-HU" dirty="0"/>
              <a:t>, Chef, Python, JSON, XML) automatikusan </a:t>
            </a:r>
            <a:r>
              <a:rPr lang="hu-HU" dirty="0" err="1"/>
              <a:t>monitorozzanak</a:t>
            </a:r>
            <a:r>
              <a:rPr lang="hu-HU" dirty="0"/>
              <a:t>, felügyeljenek és konfiguráljanak.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81008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8EFFA6-DCD7-4E9C-A01E-9D79CD9C1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E9DF1D-D678-4A19-BA21-19043B9EB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9234"/>
            <a:ext cx="8596668" cy="3880773"/>
          </a:xfrm>
        </p:spPr>
        <p:txBody>
          <a:bodyPr/>
          <a:lstStyle/>
          <a:p>
            <a:r>
              <a:rPr lang="hu-HU" dirty="0"/>
              <a:t>A konfigurációkezelő eszközök, mint az </a:t>
            </a:r>
            <a:r>
              <a:rPr lang="hu-HU" dirty="0" err="1"/>
              <a:t>Ansible</a:t>
            </a:r>
            <a:r>
              <a:rPr lang="hu-HU" dirty="0"/>
              <a:t>, Chef, </a:t>
            </a:r>
            <a:r>
              <a:rPr lang="hu-HU" dirty="0" err="1"/>
              <a:t>Puppet</a:t>
            </a:r>
            <a:r>
              <a:rPr lang="hu-HU" dirty="0"/>
              <a:t> vagy </a:t>
            </a:r>
            <a:r>
              <a:rPr lang="hu-HU" dirty="0" err="1"/>
              <a:t>SaltStack</a:t>
            </a:r>
            <a:r>
              <a:rPr lang="hu-HU" dirty="0"/>
              <a:t>, </a:t>
            </a:r>
            <a:r>
              <a:rPr lang="hu-HU" dirty="0" err="1"/>
              <a:t>RESTful</a:t>
            </a:r>
            <a:r>
              <a:rPr lang="hu-HU" dirty="0"/>
              <a:t> API-</a:t>
            </a:r>
            <a:r>
              <a:rPr lang="hu-HU" dirty="0" err="1"/>
              <a:t>kon</a:t>
            </a:r>
            <a:r>
              <a:rPr lang="hu-HU" dirty="0"/>
              <a:t> keresztül automatizálják és összehangolják a hálózati eszközök szoftver-, protokoll- és ACL-konfigurációit a rendszergazdák számára.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611BDB6-83A9-4D5B-A7C8-0FB8353A3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907" y="1402275"/>
            <a:ext cx="8596668" cy="5098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22225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368</Words>
  <Application>Microsoft Office PowerPoint</Application>
  <PresentationFormat>Szélesvásznú</PresentationFormat>
  <Paragraphs>12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Dimenzió</vt:lpstr>
      <vt:lpstr>Api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</dc:title>
  <dc:creator>Vizsgazo</dc:creator>
  <cp:lastModifiedBy>Vizsgazo</cp:lastModifiedBy>
  <cp:revision>3</cp:revision>
  <dcterms:created xsi:type="dcterms:W3CDTF">2026-01-06T11:04:57Z</dcterms:created>
  <dcterms:modified xsi:type="dcterms:W3CDTF">2026-01-06T11:26:47Z</dcterms:modified>
</cp:coreProperties>
</file>